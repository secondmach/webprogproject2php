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8" r:id="rId7"/>
    <p:sldId id="258" r:id="rId8"/>
    <p:sldId id="281" r:id="rId9"/>
    <p:sldId id="286" r:id="rId10"/>
    <p:sldId id="287" r:id="rId11"/>
    <p:sldId id="288" r:id="rId12"/>
    <p:sldId id="290" r:id="rId13"/>
    <p:sldId id="289" r:id="rId14"/>
    <p:sldId id="280" r:id="rId15"/>
    <p:sldId id="28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>
        <p:scale>
          <a:sx n="52" d="100"/>
          <a:sy n="52" d="100"/>
        </p:scale>
        <p:origin x="1872" y="55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a Karmungi" userId="91dd52ffb8b56728" providerId="LiveId" clId="{653DFB0B-A540-4FA4-82AF-596A8559C3D7}"/>
    <pc:docChg chg="undo redo custSel addSld delSld modSld">
      <pc:chgData name="Harshita Karmungi" userId="91dd52ffb8b56728" providerId="LiveId" clId="{653DFB0B-A540-4FA4-82AF-596A8559C3D7}" dt="2025-11-23T21:32:37.557" v="35" actId="20577"/>
      <pc:docMkLst>
        <pc:docMk/>
      </pc:docMkLst>
      <pc:sldChg chg="add del">
        <pc:chgData name="Harshita Karmungi" userId="91dd52ffb8b56728" providerId="LiveId" clId="{653DFB0B-A540-4FA4-82AF-596A8559C3D7}" dt="2025-11-23T20:50:57.378" v="3" actId="2696"/>
        <pc:sldMkLst>
          <pc:docMk/>
          <pc:sldMk cId="1969787568" sldId="271"/>
        </pc:sldMkLst>
      </pc:sldChg>
      <pc:sldChg chg="modSp mod">
        <pc:chgData name="Harshita Karmungi" userId="91dd52ffb8b56728" providerId="LiveId" clId="{653DFB0B-A540-4FA4-82AF-596A8559C3D7}" dt="2025-11-23T21:32:37.557" v="35" actId="20577"/>
        <pc:sldMkLst>
          <pc:docMk/>
          <pc:sldMk cId="608796113" sldId="278"/>
        </pc:sldMkLst>
        <pc:spChg chg="mod">
          <ac:chgData name="Harshita Karmungi" userId="91dd52ffb8b56728" providerId="LiveId" clId="{653DFB0B-A540-4FA4-82AF-596A8559C3D7}" dt="2025-11-23T21:32:37.557" v="35" actId="20577"/>
          <ac:spMkLst>
            <pc:docMk/>
            <pc:sldMk cId="608796113" sldId="278"/>
            <ac:spMk id="4" creationId="{6280C768-0FC9-8BF0-D163-34DCEEB2AFE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616D6-8A5C-1873-1601-0F9A0E8B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AEB69-F223-88D2-F614-9180501A2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1FCE7-F18B-A70F-FCB8-DD915F72F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8BF05-9960-0701-6A83-DC553A51E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615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A55B1-8B15-5453-42C9-00CAE538F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47076-7169-2CAC-4291-8852C7CEE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9D399-22C7-36A3-537C-A5BF03F9F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07AD8-F71C-8E4D-42FF-D786A22EC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97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BBBC9-973D-2E70-0C70-2841854E7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BFE92-3B82-0D12-5BC3-C53095638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9B3C8-3E0F-188E-E309-CC0A93462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43485-9460-0898-01F1-47BE94B1F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092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77974-D757-E02C-EC48-1591D428E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0461B-FE3B-B199-1B79-45EF0B47F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AE7C8-6595-CF36-D914-685F4A0E4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BA634-A6BD-65F0-51B5-108FC853F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785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condMach/WebProgProject2PHP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codd.cs.gsu.edu/~pkarmungi1/project2/index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Cryptic Quest</a:t>
            </a:r>
            <a:br>
              <a:rPr lang="en-US" dirty="0"/>
            </a:br>
            <a:r>
              <a:rPr lang="en-US" sz="2000" dirty="0"/>
              <a:t>a detective game built entirely using PHP, HTML, &amp; CSS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Goals and Motivations</a:t>
            </a:r>
          </a:p>
          <a:p>
            <a:r>
              <a:rPr lang="en-US" dirty="0"/>
              <a:t>Kanban Methodology</a:t>
            </a:r>
          </a:p>
          <a:p>
            <a:r>
              <a:rPr lang="en-US" dirty="0"/>
              <a:t>Implementation</a:t>
            </a:r>
          </a:p>
          <a:p>
            <a:r>
              <a:rPr lang="en-US" dirty="0"/>
              <a:t>Demonstration</a:t>
            </a:r>
          </a:p>
          <a:p>
            <a:r>
              <a:rPr lang="en-US" dirty="0"/>
              <a:t>Challenges</a:t>
            </a:r>
          </a:p>
          <a:p>
            <a:r>
              <a:rPr lang="en-US" dirty="0"/>
              <a:t>Future Enhancements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1237610"/>
          </a:xfrm>
        </p:spPr>
        <p:txBody>
          <a:bodyPr/>
          <a:lstStyle/>
          <a:p>
            <a:r>
              <a:rPr lang="en-US" dirty="0"/>
              <a:t>Goals and motivations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4B3C8A-4009-4564-63B5-C8842D1A1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36" y="1995969"/>
            <a:ext cx="5365266" cy="28660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80C768-0FC9-8BF0-D163-34DCEEB2AFE2}"/>
              </a:ext>
            </a:extLst>
          </p:cNvPr>
          <p:cNvSpPr txBox="1"/>
          <p:nvPr/>
        </p:nvSpPr>
        <p:spPr>
          <a:xfrm>
            <a:off x="6991350" y="2171580"/>
            <a:ext cx="39238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Inspired by the Criminal Case mobile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web-browser alternative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Detective game built entirely using PHP, HTML, and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Driven by my love for detective shows and </a:t>
            </a:r>
            <a:r>
              <a:rPr lang="en-US" sz="2400"/>
              <a:t>solving puzzles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Kanban 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 implemented the Kanban Methodology to complete this project within the given timeline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I needed to implement 6 files, I used the 3 6-day Kanban cycles.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implemented 2 files every cycle, which helped me to concentrate on details within the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methodology helped me be organized and stay on schedule.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the entire project was split into smaller tasks, it was much more manageable.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plan to use this methodology for future projects as well.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US" dirty="0"/>
              <a:t>Zero JavaScript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3943627" cy="32342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multi-step, multi-scene, and multi-page interactive game without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Everything is built using PHP anchors like &lt;form&gt; for clickable clues.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Scenes transition smoothly due to CSS animations and transformations.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Light-weight web-browser game supported by HTML.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/>
          <a:lstStyle/>
          <a:p>
            <a:r>
              <a:rPr lang="en-US" dirty="0"/>
              <a:t>Dynamic Difficulty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dirty="0" err="1"/>
              <a:t>init.php</a:t>
            </a:r>
            <a:r>
              <a:rPr lang="en-US" dirty="0"/>
              <a:t> contains a function </a:t>
            </a:r>
            <a:r>
              <a:rPr lang="en-US" dirty="0" err="1"/>
              <a:t>update_difficulty</a:t>
            </a:r>
            <a:r>
              <a:rPr lang="en-US" dirty="0"/>
              <a:t>() which makes the game adapt dynamically to the player’s moves. It mainly depends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 elapsed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Clues collected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Interview completed</a:t>
            </a:r>
          </a:p>
          <a:p>
            <a:r>
              <a:rPr lang="en-US" dirty="0"/>
              <a:t>The game is visually altered to make it difficult or easy, depending on the player.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0C766-E71C-54CB-8542-B235FECB0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AC81-12B5-0ADE-9298-2E2F4433A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066CB9-7DAF-5D15-5AAA-D62865D06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Randomized Crime Scene Clue Positions and Reconstruction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5280A489-9D4F-719E-F04A-92CAE63A620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3943627" cy="32342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Generating unique clue positions per session. This means each player gets a unique layout: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increases </a:t>
            </a:r>
            <a:r>
              <a:rPr lang="en-US" dirty="0" err="1"/>
              <a:t>replayability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Prevents predictable placements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Light-weight web-browser game supported by HTML.</a:t>
            </a:r>
          </a:p>
          <a:p>
            <a:r>
              <a:rPr lang="en-US" dirty="0"/>
              <a:t>Though drag-and-drop reconstruction was difficult to implement without JavaScript, I still implemented a similar reconstruction logic using drop-down menus.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5A8ADE-914E-0D63-0288-ACA9DB17F7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>
            <a:normAutofit/>
          </a:bodyPr>
          <a:lstStyle/>
          <a:p>
            <a:r>
              <a:rPr lang="en-US" dirty="0"/>
              <a:t>Comprehensive Dialogues Trees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6E995F79-C7F2-157A-99AF-B3334AC29A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suspect gets a random personality (calm, hostile, nervous).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Dialogue branches differently based on the personality.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Suspicion increments differently per 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dialogues are different for each branch.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208F9-EEF4-1A82-9253-B7FF2174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7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49DD7-FD39-94BF-39BE-E004F145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4D46-58D2-20C4-ECBD-691F7C4FD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B7C6C8-A3B1-D0A6-CC52-7A7143123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>
            <a:normAutofit/>
          </a:bodyPr>
          <a:lstStyle/>
          <a:p>
            <a:r>
              <a:rPr lang="en-US" dirty="0"/>
              <a:t>Fingerprint Matching Mini-game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7154ED9B-C3CE-78FC-5DC2-A62644FBC4A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3943627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round, the fingerprints shown are randomized.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Player either guesses “match” or “don’t match”.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Immediately resets for the next round if the answer is wrong.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Triggers case completion and redirects to the leaderboard.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C7BC6BF-234F-BB4B-A4B2-190DFB1E8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>
            <a:normAutofit/>
          </a:bodyPr>
          <a:lstStyle/>
          <a:p>
            <a:r>
              <a:rPr lang="en-US" dirty="0"/>
              <a:t>Case Completion Coordination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7F2E0A97-9FCC-59C1-5B56-74933855FED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init.php</a:t>
            </a:r>
            <a:r>
              <a:rPr lang="en-US" dirty="0"/>
              <a:t> ensures: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clues are collected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suspects are interviewed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clues were placed correctly during reconstruction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Fingerprint game was completed at least once.</a:t>
            </a:r>
          </a:p>
          <a:p>
            <a:r>
              <a:rPr lang="en-US" dirty="0"/>
              <a:t>Once all these steps are completed, the case solved flag is set to true and the game ends.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01CF97-0F62-85E8-62B5-BA72E2AC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367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150A5-5310-99CB-FDAC-D0F74E1C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3B06-B0E1-5160-5382-C596A3C6B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0FF1794-5D43-644F-A899-F3D2913CB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>
            <a:normAutofit/>
          </a:bodyPr>
          <a:lstStyle/>
          <a:p>
            <a:r>
              <a:rPr lang="en-US" dirty="0"/>
              <a:t>Fingerprint Matching Mini-game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04ABB7B5-C700-1556-CD61-DAEB2DB72FE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3943627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round, the fingerprints shown are randomized.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Player either guesses “match” or “don’t match”.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Immediately resets for the next round if the answer is wrong.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Triggers case completion and redirects to the leaderboard.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D38E636-DF98-71BE-058D-1C7DD7E1E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>
            <a:normAutofit/>
          </a:bodyPr>
          <a:lstStyle/>
          <a:p>
            <a:r>
              <a:rPr lang="en-US" dirty="0"/>
              <a:t>Case Completion Coordination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5FC65B74-3086-C4E0-DEF1-ED9BE79519F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init.php</a:t>
            </a:r>
            <a:r>
              <a:rPr lang="en-US" dirty="0"/>
              <a:t> ensures: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clues are collected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suspects are interviewed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clues were placed correctly during reconstruction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Fingerprint game was completed at least once.</a:t>
            </a:r>
          </a:p>
          <a:p>
            <a:r>
              <a:rPr lang="en-US" dirty="0"/>
              <a:t>Once all these steps are completed, the case solved flag is set to true and the game ends.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CB28BE5-3E26-BFFA-CCF6-7625D4EB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48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A0072-931A-11EA-12F8-C069EAAC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BA46E-5DE5-E8A2-4037-8AFE874FC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09D4D4-47FA-62E2-CDEE-94ED97184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>
            <a:normAutofit/>
          </a:bodyPr>
          <a:lstStyle/>
          <a:p>
            <a:r>
              <a:rPr lang="en-US" dirty="0"/>
              <a:t>File-Based Leaderboard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C1A843B9-238A-72CF-138F-359890C7F3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3943627" cy="323426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Instead of using an external database, a file-based system is used to implement and display the leaderboard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 JSON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Sorts by cases solved DESC and time ASC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Displays top 50 entries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3 ranks are highlighted with gold, silver, and bronze, respectively.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CF7E31E-1CCE-CFFC-C3CB-D5D6EFB1B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>
            <a:normAutofit/>
          </a:bodyPr>
          <a:lstStyle/>
          <a:p>
            <a:r>
              <a:rPr lang="en-US" dirty="0"/>
              <a:t>Six Pages, Seamless Integration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BC3804DB-D560-18A9-B973-C5CB6EC0DC8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>
            <a:normAutofit fontScale="7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init.php</a:t>
            </a:r>
            <a:r>
              <a:rPr lang="en-US" dirty="0"/>
              <a:t>: initializer and page with common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index.php</a:t>
            </a:r>
            <a:r>
              <a:rPr lang="en-US" dirty="0"/>
              <a:t>: landing page for the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case.php</a:t>
            </a:r>
            <a:r>
              <a:rPr lang="en-US" dirty="0"/>
              <a:t>: page to display suspects and collected evidence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crime_scene.php</a:t>
            </a:r>
            <a:r>
              <a:rPr lang="en-US" dirty="0"/>
              <a:t>: collecting evidence and reconstruction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interrogation.php</a:t>
            </a:r>
            <a:r>
              <a:rPr lang="en-US" dirty="0"/>
              <a:t>: branching dialogues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forensic.php</a:t>
            </a:r>
            <a:r>
              <a:rPr lang="en-US" dirty="0"/>
              <a:t>: fingerprint matching mini-game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leaderboard.php</a:t>
            </a:r>
            <a:r>
              <a:rPr lang="en-US" dirty="0"/>
              <a:t>: show ranking across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style.css: styling for all pages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121A13A-7C0A-B44E-261E-72C099D4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25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867A4-6BAE-6D82-7F3A-146D84B07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666" y="2767166"/>
            <a:ext cx="5235063" cy="1323667"/>
          </a:xfrm>
        </p:spPr>
        <p:txBody>
          <a:bodyPr/>
          <a:lstStyle/>
          <a:p>
            <a:pPr algn="ctr"/>
            <a:r>
              <a:rPr lang="en-US" sz="4800" dirty="0"/>
              <a:t>Game</a:t>
            </a:r>
            <a:br>
              <a:rPr lang="en-US" sz="4800" dirty="0"/>
            </a:br>
            <a:r>
              <a:rPr lang="en-US" sz="4800" dirty="0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2864839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1"/>
            <a:ext cx="4179570" cy="1265988"/>
          </a:xfrm>
        </p:spPr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D069BF-5DDF-1C41-7426-A724218A4BE9}"/>
              </a:ext>
            </a:extLst>
          </p:cNvPr>
          <p:cNvSpPr txBox="1"/>
          <p:nvPr/>
        </p:nvSpPr>
        <p:spPr>
          <a:xfrm>
            <a:off x="7086600" y="2310063"/>
            <a:ext cx="41795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Not being able to use JavaScript was a challenge.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Implementing the Drag-and-drop feature without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Keeping files and code organized, like deleting odd styling in CSS.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Implementing details like randomized suspects, personalities, clue placements, and fingerprints.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Struggled with writing into the JSON file for the leaderboard and making sure the content is not erased when the user resets the session.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dirty="0"/>
              <a:t>Future </a:t>
            </a:r>
            <a:r>
              <a:rPr lang="en-US" dirty="0" err="1"/>
              <a:t>ENhancements</a:t>
            </a:r>
            <a:endParaRPr lang="en-US" dirty="0"/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960877"/>
            <a:ext cx="2722880" cy="290716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Multi-case storyline: add additional interconnected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Perpetrator Identification: final step where the user selects one of the suspects.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Dialogue Expansion: improving the dialogue branch.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54881" y="2960878"/>
            <a:ext cx="2722880" cy="29071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Advanced mini-games: add additional games with multiple steps connected to the case.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scenes: add more pages to create multi-room cases.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800AF14B-4057-487D-34F7-24285F57A75A}"/>
              </a:ext>
            </a:extLst>
          </p:cNvPr>
          <p:cNvSpPr txBox="1">
            <a:spLocks/>
          </p:cNvSpPr>
          <p:nvPr/>
        </p:nvSpPr>
        <p:spPr>
          <a:xfrm>
            <a:off x="8128000" y="2960877"/>
            <a:ext cx="2722880" cy="2907164"/>
          </a:xfrm>
          <a:prstGeom prst="rect">
            <a:avLst/>
          </a:prstGeom>
        </p:spPr>
        <p:txBody>
          <a:bodyPr vert="horz" lIns="91440" tIns="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 Improvements: add/improve visual effects.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 API: auto-generating case summaries.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Difficulty levels, accessibility features, much more!</a:t>
            </a:r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084794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2923025"/>
            <a:ext cx="4179570" cy="3182807"/>
          </a:xfrm>
        </p:spPr>
        <p:txBody>
          <a:bodyPr>
            <a:noAutofit/>
          </a:bodyPr>
          <a:lstStyle/>
          <a:p>
            <a:r>
              <a:rPr lang="en-US" dirty="0"/>
              <a:t>Harshita Karmungi</a:t>
            </a:r>
          </a:p>
          <a:p>
            <a:r>
              <a:rPr lang="en-US" dirty="0"/>
              <a:t>GitHub: </a:t>
            </a:r>
            <a:r>
              <a:rPr lang="en-US" dirty="0">
                <a:hlinkClick r:id="rId3"/>
              </a:rPr>
              <a:t>https://github.com/SecondMach/WebProgProject2PHP</a:t>
            </a:r>
            <a:endParaRPr lang="en-US" dirty="0"/>
          </a:p>
          <a:p>
            <a:r>
              <a:rPr lang="en-US" dirty="0"/>
              <a:t>Codd Server: </a:t>
            </a:r>
            <a:r>
              <a:rPr lang="en-US" dirty="0">
                <a:hlinkClick r:id="rId4"/>
              </a:rPr>
              <a:t>https://codd.cs.gsu.edu/~pkarmungi1/project2/index.php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{63A896B1-D401-4282-BA3F-07A7E8164C40}TF7521aafa-c748-4c40-a498-ba511be234dc5b1b6097_win32-5039330bb2f3</Template>
  <TotalTime>249</TotalTime>
  <Words>874</Words>
  <Application>Microsoft Office PowerPoint</Application>
  <PresentationFormat>Widescreen</PresentationFormat>
  <Paragraphs>127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Cryptic Quest a detective game built entirely using PHP, HTML, &amp; CSS</vt:lpstr>
      <vt:lpstr>AGENDA</vt:lpstr>
      <vt:lpstr>Goals and motivations</vt:lpstr>
      <vt:lpstr>Kanban Methodology</vt:lpstr>
      <vt:lpstr>Implementation</vt:lpstr>
      <vt:lpstr>Implementation</vt:lpstr>
      <vt:lpstr>Implementation</vt:lpstr>
      <vt:lpstr>Implementation</vt:lpstr>
      <vt:lpstr>Implementation</vt:lpstr>
      <vt:lpstr>Game Demonstration</vt:lpstr>
      <vt:lpstr>Challenges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Harshita Karmungi</dc:creator>
  <cp:lastModifiedBy>Harshita Karmungi</cp:lastModifiedBy>
  <cp:revision>1</cp:revision>
  <dcterms:created xsi:type="dcterms:W3CDTF">2025-11-23T17:22:47Z</dcterms:created>
  <dcterms:modified xsi:type="dcterms:W3CDTF">2025-11-23T21:32:38Z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